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18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52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4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11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742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30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74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95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26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88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04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4BA7D-50F5-4F25-8809-9C8F65FFC4E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1931B-6754-4F3A-B942-6E4AB6F0B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04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CB352ACF-791F-D4C9-E167-E5E69A690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" y="1229822"/>
            <a:ext cx="8403336" cy="454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0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画面に合わせる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恭一郎 荒川</dc:creator>
  <cp:lastModifiedBy>恭一郎 荒川</cp:lastModifiedBy>
  <cp:revision>1</cp:revision>
  <dcterms:created xsi:type="dcterms:W3CDTF">2025-12-18T12:00:33Z</dcterms:created>
  <dcterms:modified xsi:type="dcterms:W3CDTF">2025-12-18T12:03:16Z</dcterms:modified>
</cp:coreProperties>
</file>